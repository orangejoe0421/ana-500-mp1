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00701-4350-46B0-B667-6B406B94FF7B}" v="3" dt="2022-03-01T23:50:13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4A48-ED60-4C3D-8040-EA420D137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50468-0315-4B9D-B09C-8C8C8EBD6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C4A60-6695-4CB3-AF2E-ACFA3C0B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D2078-2F8D-45FB-9C14-17036DA5D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D9676-FA59-4F47-9033-2CFC7976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2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4559-4EA9-4030-8CD7-225515C3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446E6-DF6C-44D2-BA71-5D6445655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5ECAD-0D49-425E-99BE-4E9A2797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268D-3BF4-472B-B1D5-51848967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F4C8E-AFA1-48CB-9BE5-583A3766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7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C60D-06AE-4839-A5F6-DB50DF87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C870F-1989-4744-AA64-C97EBC308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CF60B-312D-4E68-B904-78A68C9A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5CA4F-B8D7-4A59-A5BA-74DF90CC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AD61-51E4-4D1D-8E14-1EB20C0E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0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1454-95B8-455D-BFC1-6C6DA360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BC0B-D342-4647-B5BA-5B6ADF294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9BC10-2FBB-4372-AE80-21EC4AB47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E6231-D355-4CB0-AB68-1D21D4EB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1BF01-A233-43E9-8949-BAADCAF9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A8DA2-49A7-4CD4-AD2A-B4AE89F0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7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6AAD-2645-4527-94B3-3A3BECB9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31552-937E-4EAB-883E-C29FBC415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455D9-4697-44D3-AB55-9CADBE716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8DC7D-BF9A-4F54-AB58-1C49FFA17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3AE0C-DB47-4E16-828A-3429714FA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C3C45-525E-4801-90AF-776B7EFC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B6704D-F5BC-4598-B7E7-5F53967A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9A6A6-BB3C-4DD0-A205-F8593CED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4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09AA-EE0C-4FE6-8E30-99E91A13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A744A-AA0E-40C1-82B4-1865879A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794A4-DA55-49C9-9EE1-51AFA798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A595F-05DA-41C2-AFB0-CC51AFDB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7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F4ACF-3F96-4D20-91DE-5A7A89B4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B232B-2221-443B-9621-C2FFF4160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70A4F-5257-4439-983C-D802F719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9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D602-AEC1-494B-9EC8-423C9605B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75CB-286B-4E0D-946F-B2152E792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FE692-594E-4FE0-A040-69DCF74AA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66829-7538-463B-99D9-8920CBDF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5AFDF-77FC-4354-AF3B-008607F9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7315B-5282-41D1-99A3-2ADE83DA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2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7A91-0A20-466E-9CA8-86B63BE8A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C2C4C-22CA-4398-A23B-4F068FB5A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74D67-2A27-42C6-815E-BE5AD10D3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B23AA-5E29-4400-B52D-822F13ED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68ADC-B329-411C-AA83-9EEADAE8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8A6D9-A5FD-46E3-8F58-CDC4CC4B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2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9857-0725-4AFD-ADA1-93DE6885A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42F07-D500-4235-A3BD-4E9FA3C92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B7CF7-F61A-47E7-B601-419FF069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8C1B3-4CDE-4267-AF19-9C2FCF86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8641-A10F-457F-B6A9-3F574B2B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A314E-DAF4-459C-AF7B-C7347C763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BE33E-4004-41A3-B3E6-14272F53B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A99DB-D8D6-44B2-B140-B5C0DD69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BF21E-4345-40CE-88C3-7C77ECC0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20F6-FD42-49EE-AE17-171924F4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5F7E3-61B5-4449-80CF-04DA4D37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C45A-DECF-4B86-87F6-C12B501A4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712EE-4BB3-49D3-9FAF-733EA6255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2AFC1-4F45-459D-BC95-0F8F5E3A4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FC8A3-CA43-47DE-88A0-18EE8FB2D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CC4C2-DBD2-41A0-8542-0ED48583D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8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D3DB-B193-4E72-861B-FE835A2E1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Titanic Passenger Survival: Data Acquisition and Preparation</a:t>
            </a:r>
            <a:br>
              <a:rPr lang="en-US" sz="3600" dirty="0"/>
            </a:br>
            <a:r>
              <a:rPr lang="en-US" sz="3200" dirty="0"/>
              <a:t>Micro-Project 1</a:t>
            </a:r>
            <a:br>
              <a:rPr lang="en-US" sz="2000" dirty="0"/>
            </a:br>
            <a:r>
              <a:rPr lang="en-US" sz="2000" dirty="0"/>
              <a:t>https://github.com/OrangeJoe0421/ANA-500-MP1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5E315-C208-479B-A6B8-0DCBEF2B5F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Travis James</a:t>
            </a:r>
          </a:p>
          <a:p>
            <a:r>
              <a:rPr lang="en-US" dirty="0"/>
              <a:t>September 20, 2026</a:t>
            </a:r>
          </a:p>
        </p:txBody>
      </p:sp>
    </p:spTree>
    <p:extLst>
      <p:ext uri="{BB962C8B-B14F-4D97-AF65-F5344CB8AC3E}">
        <p14:creationId xmlns:p14="http://schemas.microsoft.com/office/powerpoint/2010/main" val="365125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02AB-CEDA-4E89-A1DC-6BABC9C3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D07EA-4B74-4BFA-A23D-5147B6A2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Survival on the Titanic was not random. This project aims to describe which passenger characteristics were associated with who lived and who died.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Characteristics considered: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sex, ticket class, age, and family situation.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passenger manifest records in the course-provided titanic.csv file.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Scope of Micro-Project 1: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NumPy and Pandas to organize and clean the data so it is ready for analysis (Steps 1 and 2 of the data science process).</a:t>
            </a:r>
          </a:p>
        </p:txBody>
      </p:sp>
    </p:spTree>
    <p:extLst>
      <p:ext uri="{BB962C8B-B14F-4D97-AF65-F5344CB8AC3E}">
        <p14:creationId xmlns:p14="http://schemas.microsoft.com/office/powerpoint/2010/main" val="188067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C91F-7913-4D5C-A911-ADD4837D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A42CE-FCD3-41B9-A629-5F3C6031F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Hypothesis: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Women and passengers in higher ticket classes survived at higher rates than men and passengers in lower ticket classes.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variables: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Sex, Pclass, and Survived, with Age and family size as supporting variables.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this project does: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prepares clean, trustworthy data for those variables. 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Readiness check: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among the 891 passengers with a known outcome, every sex and class group is large enough to compare (the smallest is 76 second-class women).</a:t>
            </a:r>
          </a:p>
        </p:txBody>
      </p:sp>
    </p:spTree>
    <p:extLst>
      <p:ext uri="{BB962C8B-B14F-4D97-AF65-F5344CB8AC3E}">
        <p14:creationId xmlns:p14="http://schemas.microsoft.com/office/powerpoint/2010/main" val="330695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titanic.csv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Retrieved: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loaded into a Pandas DataFrame with read_csv, giving 1,309 passengers and 12 columns.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Columns: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PassengerId, Survived, Pclass, Name, Sex, Age, SibSp, Parch, Ticket, Fare, Cabin, Embarked.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Queried: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info(), describe(), and value_counts() were used to inspect data types, ranges, and category counts.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finding: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Survived is blank for 418 rows (PassengerId 892 to 1309), so only 891 passengers have a known outcome. Survived was also stored as a float (0.0 and 1.0) because of those blanks.</a:t>
            </a:r>
          </a:p>
        </p:txBody>
      </p:sp>
    </p:spTree>
    <p:extLst>
      <p:ext uri="{BB962C8B-B14F-4D97-AF65-F5344CB8AC3E}">
        <p14:creationId xmlns:p14="http://schemas.microsoft.com/office/powerpoint/2010/main" val="42702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Prepare: Explore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Missing values: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Cabin 1,014 (77.5%), Survived 418 (31.9%), Age 263 (20.1%), Embarked 2, Fare 1.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 gaps are uneven: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about 29% of third-class ages are missing versus 3% to 16% in first and second class.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Duplicates: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fully duplicated rows and PassengerId is unique. Two repeated names belong to different passengers (different tickets and ages).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Validity: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Pclass, Sex, and Embarked contain only expected values, and no counts are negative.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Suspicious values: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17 fares equal 0 and 12 ages are under 1 (real infants). Fare is strongly right-skewed (skewness 4.37), with 171 values above the IQR upper fence.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Prepare: Clean and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 (263 missing):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filled with the median age of the same ticket class and title, with an AgeWasMissing flag to keep it traceable.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Cabin (77.5% missing):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replaced with HasCabin and Deck, and the raw column was dropped.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Embarked, Fare, and zero fares: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missing ports filled with the most common port (S), 1 missing fare filled with the median fare of its class, and 17 zero fares kept and flagged.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Survived: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converted to nullable Int64 so the 418 unknown outcomes stay blank instead of becoming fake values.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features: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Title, AgeGroup, FamilySize, IsAlone, and FareLog. The np.log1p transform cut Fare skewness from 4.37 to 0.54.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Prepare: Validate and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Validation: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assertions confirm only Survived has blanks, PassengerId is unique, no rows were lost, and ages, fares, and family sizes are in valid ranges.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 check: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filling, the mean moved from 29.88 to 29.27 and the median from 28 to 26, so the distribution stayed close to the original.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1,309 passengers and 20 columns with consistent data types, saved as titanic_clean.csv.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Ready for Step 3: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891 labeled passengers can test the hypothesis, and the 418 holdout rows are set aside.</a:t>
            </a:r>
          </a:p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Notebook and data: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https://github.com/OrangeJoe0421/ANA-500-MP1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704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Titanic Passenger Survival: Data Acquisition and Preparation Micro-Project 1 https://github.com/OrangeJoe0421/ANA-500-MP1</vt:lpstr>
      <vt:lpstr>Problem Statement</vt:lpstr>
      <vt:lpstr>Hypothesis Formulation</vt:lpstr>
      <vt:lpstr>Acquire</vt:lpstr>
      <vt:lpstr>Prepare: Explore</vt:lpstr>
      <vt:lpstr>Prepare: Clean and Transform</vt:lpstr>
      <vt:lpstr>Prepare: Validate and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Title&gt; &lt;Micro-Project #&gt;</dc:title>
  <dc:creator>Emmanuel J Rodriguez</dc:creator>
  <cp:lastModifiedBy>Travis James</cp:lastModifiedBy>
  <cp:revision>2</cp:revision>
  <dcterms:created xsi:type="dcterms:W3CDTF">2022-03-01T22:05:03Z</dcterms:created>
  <dcterms:modified xsi:type="dcterms:W3CDTF">2026-09-20T15:44:09Z</dcterms:modified>
</cp:coreProperties>
</file>